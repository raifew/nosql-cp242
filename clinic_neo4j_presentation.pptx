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CAPSTONE PROJECT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</a:rPr>
              <a:t>MediGraph Clinic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</a:rPr>
              <a:t>System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NoSQL Database with Neo4j Graph Database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 clinic management application demonstrating CRUD operations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via Neo4j graph database deployed on Docker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251960"/>
            <a:ext cx="83210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3159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Capstone Project 2  ·  NoSQL &amp; Advanced Database Systems  ·  Neo4j on Docker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4315968"/>
            <a:ext cx="16459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4315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NEO4J + DOCKER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What we built and why Neo4j was chosen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Use Case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542032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Clinic Management System handling Patients, Doctors, Appointments, Medical Records, Prescriptions &amp; Medicines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542032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Neo4j Graph Database running on Docker — chosen for its native relationship traversal and graph-centric data model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Approach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542032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Full CRUD operations via Cypher queries + a React web app frontend connecting to the Neo4j instance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19202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  Node 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4663440"/>
            <a:ext cx="19202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5+  Relationships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4663440"/>
            <a:ext cx="19202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  Cypher Queries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663440"/>
            <a:ext cx="19202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  CRUD Coverage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Docker Installation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Running Neo4j on Docker — step-by-step setup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120640" cy="3383280"/>
          </a:xfrm>
          <a:prstGeom prst="rect">
            <a:avLst/>
          </a:prstGeom>
          <a:solidFill>
            <a:srgbClr val="0A0F1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TERMINAL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Pull Neo4j image
</a:t>
            </a:r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neo4j:latest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Run Neo4j container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\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neo4j-clinic \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7474:7474 -p 7687:7687 \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NEO4J_AUTH=neo4j/clinic123 \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neo4j:latest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Verify running
</a:t>
            </a:r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| grep neo4j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Setup Steps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8288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Install Docker Desktop and start the daemon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41401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4140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Pull the official neo4j:latest image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99923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999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Run container with ports 7474 (HTTP) &amp; 7687 (Bolt)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58444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35844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Set credentials with NEO4J_AUTH env variable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416966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41696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Open http://localhost:7474 for Neo4j Browser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4663440"/>
            <a:ext cx="32004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Neo4j running on Docker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Neo4j Graph 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Mapping the clinic SQL schema to a property graph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08960" y="1234440"/>
            <a:ext cx="1463040" cy="457200"/>
          </a:xfrm>
          <a:prstGeom prst="ellipse">
            <a:avLst/>
          </a:prstGeom>
          <a:solidFill>
            <a:srgbClr val="0D9488">
              <a:alpha val="8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463040" cy="457200"/>
          </a:xfrm>
          <a:prstGeom prst="ellipse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2697480"/>
            <a:ext cx="1463040" cy="457200"/>
          </a:xfrm>
          <a:prstGeom prst="ellipse">
            <a:avLst/>
          </a:prstGeom>
          <a:solidFill>
            <a:srgbClr val="EA580C">
              <a:alpha val="85000"/>
            </a:srgbClr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514600"/>
            <a:ext cx="1463040" cy="457200"/>
          </a:xfrm>
          <a:prstGeom prst="ellipse">
            <a:avLst/>
          </a:prstGeom>
          <a:solidFill>
            <a:srgbClr val="0369A1">
              <a:alpha val="85000"/>
            </a:srgbClr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MedicalRecord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3977640"/>
            <a:ext cx="1463040" cy="457200"/>
          </a:xfrm>
          <a:prstGeom prst="ellipse">
            <a:avLst/>
          </a:prstGeom>
          <a:solidFill>
            <a:srgbClr val="16A34A">
              <a:alpha val="85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Prescription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4160520"/>
            <a:ext cx="1463040" cy="457200"/>
          </a:xfrm>
          <a:prstGeom prst="ellipse">
            <a:avLst/>
          </a:prstGeom>
          <a:solidFill>
            <a:srgbClr val="B45309">
              <a:alpha val="85000"/>
            </a:srgbClr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Medicine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103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HAS_APPOINTMENT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0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ATTENDED_BY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HAS_RECORD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09360" y="3566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PRESCRIBED_IN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0" y="4343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CONTAINS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Node Types vs SQL Tables: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Patient → :Patient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48840" y="4846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Doctor → :Doctor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0" y="4846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Appointment → :Appointment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0" y="4846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MedicalRecord → :MedicalRecord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0" y="4846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Medicine → :Medicine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 — CREATE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Adding new nodes and relationships to the graph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5120640" cy="3520440"/>
          </a:xfrm>
          <a:prstGeom prst="rect">
            <a:avLst/>
          </a:prstGeom>
          <a:solidFill>
            <a:srgbClr val="080D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(p:Patient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patientId: 1,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firstName: 'Somchai',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lastName: 'Jaidee',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dob: date('1985-03-14'),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phone: '0812345678',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allergic: 'Penicillin'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Use CREATE to add a new node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Properties defined inside { } curly braces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Node label (Patient) follows colon syntax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3337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RETURN shows the created node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Can chain multiple CREATE statements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4343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Relationships created with CREATE (...)-[r:TYPE]-&gt;(...)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R — READ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Querying nodes, relationships and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Read All Patients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0233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874520"/>
            <a:ext cx="3794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(p:Patient)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p.patientId,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p.firstName,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p.lastName,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p.phone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p.lastName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Patient + Appointments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40233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874520"/>
            <a:ext cx="3794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(p:Patient {patientId: 1})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-[:HAS_APPOINTMENT]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-&gt;(a:Appointment)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-[:ATTENDED_BY]-&gt;(d:Doctor)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p.firstName, a.appntDate,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a.status, d.lastName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MATCH-WHERE-RETURN Pattern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617720"/>
            <a:ext cx="8229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617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Find nodes/patterns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4617720"/>
            <a:ext cx="8229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4617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WHERE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46177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Filter conditions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4617720"/>
            <a:ext cx="8229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4617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46177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Output properties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 — UPDATE  &amp;  D — DELETE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Modifying and removing data from the Neo4j graph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UPDATE — 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2194560"/>
          </a:xfrm>
          <a:prstGeom prst="rect">
            <a:avLst/>
          </a:prstGeom>
          <a:solidFill>
            <a:srgbClr val="080D1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(p:Patient {patientId: 1})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p.phone = '0899991111',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p.allergic = 'None'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p.firstName,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p.phone,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p.allergic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A5A5"/>
                </a:solidFill>
              </a:rPr>
              <a:t>DELETE — DETACH DELETE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4023360" cy="2194560"/>
          </a:xfrm>
          <a:prstGeom prst="rect">
            <a:avLst/>
          </a:prstGeom>
          <a:solidFill>
            <a:srgbClr val="080D1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288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(p:Patient {patientId: 4})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DETACH DELETE p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cancelled appointments: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(a:Appointment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{status: 'Cancelled'})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DETACH DELETE 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⚠  Use DETACH DELETE (not just DELETE) to remove a node and all its relationships simultaneously.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SET replaces a property value in-place — use REMOVE to delete a property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Web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React frontend connecting to Neo4j via the Bolt protocol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9436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12801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MediGraph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Dashboard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1280160" cy="347472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128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Patients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968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Doctors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9809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Appointments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3649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Records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7490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Medicines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1330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Cypher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Patient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37360" y="1828800"/>
            <a:ext cx="43891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ID   Name          DOB          Phone        Allergic   Actions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28800" y="22128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#1   Somchai Jaidee   1985-03-14   0812345678   Penicillin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8800" y="25420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#2   Nattaya Srisuk   1992-07-22   0898765432   None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0" y="28712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#3   Prasert Moon...   1975-11-05   0845678901   Aspirin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92240" y="1325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App Features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173736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Patient CRUD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938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Add, view, edit, delete patients with Cypher preview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228600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286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Doctor Directory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2487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Browse doctors by specialty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28346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834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Appointment Booking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3035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Schedule with status tracking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33832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Medical Records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5844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Link diagnoses to patients &amp; doctors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393192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3931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Medicine Inventory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4133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Track stock and pricing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92240" y="448056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4480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Cypher Explorer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4681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Run 8 pre-built Cypher queries live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</a:rPr>
              <a:t>Summary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</a:rPr>
              <a:t>Conclusion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Key Achievements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✓  Neo4j installed and running on Docker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✓  All CRUD operations implemented in Cypher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✓  Clinic data model mapped to property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✓  React web app built with full CRUD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✓  8 advanced Cypher queries demonstrated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✓  Graph traversal across 6 node types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502920"/>
            <a:ext cx="3383280" cy="4343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6400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Neo4j?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23560" y="1097280"/>
            <a:ext cx="301752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143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Native Graphs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1417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JOIN overhead for relationship queries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1965960"/>
            <a:ext cx="301752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Cypher Language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22860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Intuitive pattern-matching syntax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2834640"/>
            <a:ext cx="301752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Docker Ready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3154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Official image, quick deployment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3703320"/>
            <a:ext cx="301752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749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ACID Compliant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4023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 transaction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Capstone Project 2  ·  NoSQL &amp; Advanced Database Systems  ·  Neo4j on Docker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NoSQL Clinic Database with Neo4j</dc:title>
  <dc:subject>PptxGenJS Presentation</dc:subject>
  <dc:creator>Capstone Project 2</dc:creator>
  <cp:lastModifiedBy>Capstone Project 2</cp:lastModifiedBy>
  <cp:revision>1</cp:revision>
  <dcterms:created xsi:type="dcterms:W3CDTF">2026-04-17T10:53:31Z</dcterms:created>
  <dcterms:modified xsi:type="dcterms:W3CDTF">2026-04-17T10:53:31Z</dcterms:modified>
</cp:coreProperties>
</file>